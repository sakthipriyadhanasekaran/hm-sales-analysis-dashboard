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DE5D5-1169-7F56-DB64-EAF9365042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FDC385-A503-B309-6705-9C274A9C1F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5D778B-74E9-7485-CCFB-6909C80E3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AAE1-8312-4265-AD09-124420F5193C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7AFDB-8D89-C6D8-4F30-F39EE081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E3F0B-3EB6-6085-A5D1-6C8B522E2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7C7CF-22BC-4F15-AAD2-535429E0B3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1817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BD280-ECDD-918F-3D25-F5D136790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F8B24-E5D6-8D88-A455-85D378DC3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3BD44-0869-E889-E11F-EFBD3E4A5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AAE1-8312-4265-AD09-124420F5193C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E5137-9F62-A3B7-0D68-3B3EE7C27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ADDF8-EE5C-362A-FB61-61CF5F295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7C7CF-22BC-4F15-AAD2-535429E0B3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886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66133-1B45-87A2-D401-2780CD0C0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E90D4B-0053-1233-6F3A-E5DA3A0087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322EC-A220-1C77-9EAB-7E63B676A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AAE1-8312-4265-AD09-124420F5193C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0E708-319E-0961-C02B-C450D73F1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C29DC-90EB-197A-8D5A-911E6461E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7C7CF-22BC-4F15-AAD2-535429E0B3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6524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C2121-C3A9-54C3-8A03-55249DC9F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26AC8-4300-B7B1-3541-9D83FE10E9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7A7282-7244-0878-5749-6CB802B2DF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4215E8-B94E-5B83-EEEB-50C6001FC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AAE1-8312-4265-AD09-124420F5193C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695188-FD38-07A9-0B95-B6C57FA19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F98CC-77C2-AE66-67E5-7BAE938D9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7C7CF-22BC-4F15-AAD2-535429E0B3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127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71211-972E-C700-35A2-21589D303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601A7-0689-D25B-E9B0-A79165DB4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E7939B-1577-F656-083F-E0A3558267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4DF12A-22DC-8FEE-877D-4896ADEF8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5BDC31-1EDE-78CA-725F-5878BAD647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2F53A9-0B5A-9CCD-0655-036569588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AAE1-8312-4265-AD09-124420F5193C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15055B-0105-8F8C-6478-7BD39EEEC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CC4340-F8AD-B051-2CEA-9BB867A7F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7C7CF-22BC-4F15-AAD2-535429E0B3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853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5EB7C-6E80-D8ED-56A0-715E7E34A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EEE4E5-AF03-F12B-CBA1-01B4F43C4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AAE1-8312-4265-AD09-124420F5193C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FAB90B-448B-7DD3-7EB5-CC6C95098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7E4906-2DB1-27E7-870E-258924FF7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7C7CF-22BC-4F15-AAD2-535429E0B3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09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54A256-8981-DA0C-B940-9C2AFDA3F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AAE1-8312-4265-AD09-124420F5193C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BB9C5B-A251-E3A7-290E-F5E2F2024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F09635-4CB0-0B6E-AAA9-B37F05E3C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7C7CF-22BC-4F15-AAD2-535429E0B3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0798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98D19-7135-CD88-73E9-87FE38118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5A61-7952-B56A-009D-E86E1A219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646C28-09E0-62B7-EEEA-9B62A02E81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768E84-51F5-A106-EEFB-6745FC81E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AAE1-8312-4265-AD09-124420F5193C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04EF0-AD95-54B3-D3BB-F714FAAEF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79753-A11E-DD66-75BA-A01A2EDDD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7C7CF-22BC-4F15-AAD2-535429E0B3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5731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31B5C-7D06-4D3B-C832-BE2F3D061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CEDE-FBEB-4DB9-4A92-D639FA87FF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3002E6-8A82-85AC-4E64-862F59FD2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15982E-0C19-59A7-B93A-B98DF45C9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AAE1-8312-4265-AD09-124420F5193C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7FABC0-4EE3-4EAC-02CD-D6181CA38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8DE28A-8AB3-4551-3B5B-06BAEE48F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7C7CF-22BC-4F15-AAD2-535429E0B3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831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7222A-433C-0C35-3408-38030082D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169A26-6E79-45E1-89E2-7829F8F29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40EDA-3766-2E5F-BB6E-5EA5B05F4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AAE1-8312-4265-AD09-124420F5193C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5B4E8-B441-4DFD-7DD3-8FCBCF532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E87A6-F896-9FC2-0391-74BDB9055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7C7CF-22BC-4F15-AAD2-535429E0B3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786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FB32FE-782C-2ADF-7945-3DA4C30F53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9A12D4-632C-7130-9B99-F62CD4FA95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4400E-B384-917B-AF8C-FA20784C1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AAE1-8312-4265-AD09-124420F5193C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94761-BAE1-7C56-19A4-73CDF0EA0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2E589-9750-37E8-659C-506C45A2D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7C7CF-22BC-4F15-AAD2-535429E0B3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4791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996D-B529-C885-591D-4CCEC5323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DACA2A-2270-0EA9-6B04-D2978D497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C03E7-EEEC-89A0-792B-0C799D2126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7EAAE1-8312-4265-AD09-124420F5193C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A3D52-84BE-1586-EEC8-0F344C9D5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153B8-1813-1900-8972-C7EEA523D9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87C7CF-22BC-4F15-AAD2-535429E0B3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2317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A4AB9-7C55-F3A8-5C70-5C2A06DAD6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H&amp;M Supply Chain &amp; Business Analysis Using Power BI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D66079-BF2B-3E44-EC25-E28D4A6BB9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11560"/>
            <a:ext cx="9144000" cy="1246239"/>
          </a:xfrm>
        </p:spPr>
        <p:txBody>
          <a:bodyPr/>
          <a:lstStyle/>
          <a:p>
            <a:r>
              <a:rPr lang="en-US" dirty="0"/>
              <a:t>PRESENTED BY,</a:t>
            </a:r>
          </a:p>
          <a:p>
            <a:r>
              <a:rPr lang="en-US" dirty="0"/>
              <a:t>SAKTHIPRIYA DHANASEKARAN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4917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71B39-2061-C14F-681F-2DC4974C3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C9E9F-6BC5-FDB9-5424-D85B51748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analyzes sales, customers, products, logistics, and financial performance</a:t>
            </a:r>
          </a:p>
          <a:p>
            <a:r>
              <a:rPr lang="en-US" dirty="0"/>
              <a:t>Dataset used: H&amp;M Smart Supply Chain</a:t>
            </a:r>
          </a:p>
          <a:p>
            <a:r>
              <a:rPr lang="en-US" dirty="0"/>
              <a:t>Dataset Source: GitHub</a:t>
            </a:r>
          </a:p>
          <a:p>
            <a:r>
              <a:rPr lang="en-US" dirty="0"/>
              <a:t>Tool used: Power BI</a:t>
            </a:r>
          </a:p>
          <a:p>
            <a:r>
              <a:rPr lang="en-US" dirty="0"/>
              <a:t>“This project focuses on analyzing end-to-end business operations including sales, customer behavior, inventory, logistics, and financial performance using Power BI.”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9077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37636-A63E-BBD0-3B57-DE4D5DE84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55BE4-C31C-E0E2-FE11-455D4E570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Analyze sales performance</a:t>
            </a:r>
          </a:p>
          <a:p>
            <a:r>
              <a:rPr lang="en-US" dirty="0"/>
              <a:t>Understand customer behavior</a:t>
            </a:r>
          </a:p>
          <a:p>
            <a:r>
              <a:rPr lang="en-US" dirty="0"/>
              <a:t>Identify top products</a:t>
            </a:r>
          </a:p>
          <a:p>
            <a:r>
              <a:rPr lang="en-US" dirty="0"/>
              <a:t>Evaluate delivery efficiency</a:t>
            </a:r>
          </a:p>
          <a:p>
            <a:r>
              <a:rPr lang="en-US" dirty="0"/>
              <a:t>Measure profit &amp; cost</a:t>
            </a:r>
          </a:p>
          <a:p>
            <a:r>
              <a:rPr lang="en-US" dirty="0"/>
              <a:t>“ The goal is to understand how the business performs across different areas and identify key insights.”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1329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77A3F-AAF2-2C36-FFAA-4DECB4384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EXECUTIVE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6E595-31A8-5D04-EB2C-48A17FBB0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Total Sales: 36.78M</a:t>
            </a:r>
          </a:p>
          <a:p>
            <a:r>
              <a:rPr lang="en-US" dirty="0"/>
              <a:t>Total Profit: 3.97M</a:t>
            </a:r>
          </a:p>
          <a:p>
            <a:r>
              <a:rPr lang="en-US" dirty="0"/>
              <a:t>Total Orders: 180K</a:t>
            </a:r>
          </a:p>
          <a:p>
            <a:r>
              <a:rPr lang="en-US" dirty="0"/>
              <a:t>Avg Delivery Time: 3.5 days</a:t>
            </a:r>
          </a:p>
          <a:p>
            <a:r>
              <a:rPr lang="en-US" dirty="0"/>
              <a:t>“ This dashboard gives a high-level summary of business performance. We can see total sales, profit, and delivery efficiency at a glance.”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279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C6C12-1529-E23D-93B3-8671FC00F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SALES &amp; CUSTOMER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A9863-C80D-9D07-343F-05465A1B0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Total Customers</a:t>
            </a:r>
          </a:p>
          <a:p>
            <a:r>
              <a:rPr lang="en-US" dirty="0"/>
              <a:t>Average Order Value</a:t>
            </a:r>
          </a:p>
          <a:p>
            <a:r>
              <a:rPr lang="en-US" dirty="0"/>
              <a:t>Repeat Customers</a:t>
            </a:r>
          </a:p>
          <a:p>
            <a:r>
              <a:rPr lang="en-US" dirty="0"/>
              <a:t>“ This page focuses on customer behavior. It shows how much customers spend, how many return, and which customers generate the most revenue.”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0310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F35FE-0EDE-D745-9B46-1E2FCEA24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PRODUCT &amp; INVENTORY 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3F855-A35B-FBAE-8466-245013979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5053"/>
            <a:ext cx="10515600" cy="4251910"/>
          </a:xfrm>
        </p:spPr>
        <p:txBody>
          <a:bodyPr/>
          <a:lstStyle/>
          <a:p>
            <a:r>
              <a:rPr lang="en-US" dirty="0"/>
              <a:t>Total Products</a:t>
            </a:r>
          </a:p>
          <a:p>
            <a:r>
              <a:rPr lang="en-US" dirty="0"/>
              <a:t>Total Quantity Sold</a:t>
            </a:r>
          </a:p>
          <a:p>
            <a:r>
              <a:rPr lang="en-US" dirty="0"/>
              <a:t>Inventory Value</a:t>
            </a:r>
          </a:p>
          <a:p>
            <a:r>
              <a:rPr lang="en-US" dirty="0"/>
              <a:t>“ This page analyzes product performance and inventory. It helps identify top-selling products and high-demand categories.”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8462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90A33-2886-16FF-61E3-1D03264A9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 SUPPLY CHAIN &amp; LOGISTICS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44547-0A17-C8B3-2C59-7F859A2B3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Total Orders</a:t>
            </a:r>
          </a:p>
          <a:p>
            <a:r>
              <a:rPr lang="en-US" dirty="0"/>
              <a:t>On-Time Deliveries</a:t>
            </a:r>
          </a:p>
          <a:p>
            <a:r>
              <a:rPr lang="en-US" dirty="0"/>
              <a:t>Late Deliveries</a:t>
            </a:r>
          </a:p>
          <a:p>
            <a:r>
              <a:rPr lang="en-US" dirty="0"/>
              <a:t>“ This page evaluates logistics efficiency, including delivery time, shipping modes, and delays across regions.”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1813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A5732-BFAE-182D-2EE3-331743E01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FINANCIAL &amp;PROFIT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85C3D-F453-26B4-3AB2-F1B697B14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Total Sales</a:t>
            </a:r>
          </a:p>
          <a:p>
            <a:r>
              <a:rPr lang="en-US" dirty="0"/>
              <a:t>Total Profit</a:t>
            </a:r>
          </a:p>
          <a:p>
            <a:r>
              <a:rPr lang="en-US" dirty="0"/>
              <a:t>Profit Margin</a:t>
            </a:r>
          </a:p>
          <a:p>
            <a:r>
              <a:rPr lang="en-US" dirty="0"/>
              <a:t>Total Cost</a:t>
            </a:r>
          </a:p>
          <a:p>
            <a:r>
              <a:rPr lang="en-US" dirty="0"/>
              <a:t>“ This page focuses on financial performance, showing how much profit the company generates and which areas are most  profitable”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0243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E829F-6A6C-5AF4-4333-F9F53A855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LOGISTICS TABLE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91588-B0E8-2576-E00F-E90E03170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Detailed shipment data</a:t>
            </a:r>
          </a:p>
          <a:p>
            <a:r>
              <a:rPr lang="en-US" dirty="0"/>
              <a:t>Order status</a:t>
            </a:r>
          </a:p>
          <a:p>
            <a:r>
              <a:rPr lang="en-US" dirty="0"/>
              <a:t>Delivery time</a:t>
            </a:r>
          </a:p>
          <a:p>
            <a:r>
              <a:rPr lang="en-US" dirty="0"/>
              <a:t>“ This page provides detailed logistics-level data for deeper analysis of shipments and delivery performance.”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4948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1AD16-86E2-4DEF-02F2-0352F5111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FINANCIAL SUMMARY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279D4-1F1F-7231-3B8B-35DE0B9CE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Sales</a:t>
            </a:r>
          </a:p>
          <a:p>
            <a:r>
              <a:rPr lang="en-US" dirty="0"/>
              <a:t>Cost</a:t>
            </a:r>
          </a:p>
          <a:p>
            <a:r>
              <a:rPr lang="en-US" dirty="0"/>
              <a:t>Profit</a:t>
            </a:r>
          </a:p>
          <a:p>
            <a:r>
              <a:rPr lang="en-US" dirty="0"/>
              <a:t>Profit Margin</a:t>
            </a:r>
          </a:p>
          <a:p>
            <a:r>
              <a:rPr lang="en-US" dirty="0"/>
              <a:t>“ This table gives a detailed financial breakdown across categories and regions.”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5553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76FEA-BD6D-C6FD-5369-47F813EC3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KEY INSIGHTS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6E5EB-7DDE-D8DB-FA54-72BFCF94F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 sales but moderate profit margin</a:t>
            </a:r>
          </a:p>
          <a:p>
            <a:r>
              <a:rPr lang="en-US" dirty="0"/>
              <a:t>Certain regions have high delivery delays</a:t>
            </a:r>
          </a:p>
          <a:p>
            <a:r>
              <a:rPr lang="en-US" dirty="0"/>
              <a:t>Few products drive most revenue</a:t>
            </a:r>
          </a:p>
          <a:p>
            <a:r>
              <a:rPr lang="en-US" dirty="0"/>
              <a:t>Repeat customers contribute significantly</a:t>
            </a:r>
          </a:p>
          <a:p>
            <a:r>
              <a:rPr lang="en-US" dirty="0"/>
              <a:t>“ These insights help in improving profitability, optimizing logistics, and focusing on high-performing products.”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4316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7B279-BB0D-56A0-DEDD-19BDC67AA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768F1-961A-FC36-DB3A-A6C80D4A8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Power BI helps in data-driven decision making</a:t>
            </a:r>
          </a:p>
          <a:p>
            <a:r>
              <a:rPr lang="en-US" dirty="0"/>
              <a:t>Identified strengths and weaknesses</a:t>
            </a:r>
          </a:p>
          <a:p>
            <a:r>
              <a:rPr lang="en-US" dirty="0"/>
              <a:t>Useful for business optimization</a:t>
            </a:r>
          </a:p>
          <a:p>
            <a:r>
              <a:rPr lang="en-US"/>
              <a:t>“ This </a:t>
            </a:r>
            <a:r>
              <a:rPr lang="en-US" dirty="0"/>
              <a:t>project demonstrates how data visualization can support better business decisions.”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0025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401</Words>
  <Application>Microsoft Office PowerPoint</Application>
  <PresentationFormat>Widescreen</PresentationFormat>
  <Paragraphs>65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H&amp;M Supply Chain &amp; Business Analysis Using Power BI</vt:lpstr>
      <vt:lpstr>INTRODUCTION</vt:lpstr>
      <vt:lpstr>OBJECTIVES</vt:lpstr>
      <vt:lpstr>EXECUTIVE OVERVIEW</vt:lpstr>
      <vt:lpstr>SALES &amp; CUSTOMER ANALYSIS</vt:lpstr>
      <vt:lpstr>PRODUCT &amp; INVENTORY ANALYSIS </vt:lpstr>
      <vt:lpstr> SUPPLY CHAIN &amp; LOGISTICS </vt:lpstr>
      <vt:lpstr>FINANCIAL &amp;PROFIT ANALYSIS</vt:lpstr>
      <vt:lpstr>LOGISTICS TABLE</vt:lpstr>
      <vt:lpstr>FINANCIAL SUMMARY</vt:lpstr>
      <vt:lpstr>KEY INSIGHTS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Sakthipriya Dhanasekaran</dc:creator>
  <cp:lastModifiedBy>Sakthipriya Dhanasekaran</cp:lastModifiedBy>
  <cp:revision>1</cp:revision>
  <dcterms:created xsi:type="dcterms:W3CDTF">2026-05-03T02:13:45Z</dcterms:created>
  <dcterms:modified xsi:type="dcterms:W3CDTF">2026-05-03T02:13:52Z</dcterms:modified>
</cp:coreProperties>
</file>